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Compilador para un DSL de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Gestion de Proyectos  (ProyLang)</a:t>
            </a:r>
          </a:p>
          <a:p/>
          <a:p>
            <a:pPr algn="ctr">
              <a:defRPr sz="2000">
                <a:solidFill>
                  <a:srgbClr val="CFDCEC"/>
                </a:solidFill>
              </a:defRPr>
            </a:pPr>
            <a:r>
              <a:t>Cesar Daniel Osorio Polanco   |   Carne 0900-16-6607</a:t>
            </a:r>
          </a:p>
          <a:p>
            <a:pPr algn="ctr">
              <a:defRPr sz="1800">
                <a:solidFill>
                  <a:srgbClr val="CFDCEC"/>
                </a:solidFill>
              </a:defRPr>
            </a:pPr>
            <a:r>
              <a:t>ANTLR 4  +  Java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Disenar e implementar un compilador funcional para un lenguaje propio (DSL).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Aplicar las cuatro fases clasicas de un compilador: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Analisis lexico  -  convertir el texto en tokens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Analisis sintactico  -  verificar la gramatica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Analisis semantico  -  validar el significado (tabla de simbolos)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Generacion de codigo  -  producir la salida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Detectar y reportar errores en cada fase.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El lenguaje: ProyLang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Es un DSL (lenguaje de dominio especifico) para describir proyectos.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Permite definir tareas con sus atributos: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duracion (obligatoria), costo, responsable, prioridad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dependencias entre tareas (que va antes de que)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A partir de esa descripcion, el compilador calcula automaticamente: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el cronograma del proyecto y su duracion total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la RUTA CRITICA (metodo CPM) y la holgura de cada tarea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Ejemplo de un programa en ProyLang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solidFill>
            <a:srgbClr val="F0F3F7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333333"/>
                </a:solidFill>
                <a:latin typeface="Consolas"/>
              </a:defRPr>
            </a:pPr>
            <a:r>
              <a:t>proyecto "App Movil" {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tarea diseno {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duracion    = 5;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costo       = 5 * 800;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responsable = "Ana Lopez";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prioridad   = alta;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tarea backend {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duracion = 10;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depende  = diseno;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Arquitectura: las 4 fases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F0F3F7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333333"/>
                </a:solidFill>
                <a:latin typeface="Consolas"/>
              </a:defRPr>
            </a:pPr>
            <a:r>
              <a:t>   archivo.proy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v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[ LEXER ]  --tokens--&gt;  [ PARSER ]  --arbol--&gt;  [ SEMANTICO 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Fase 1                  Fase 2                   Fase 3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     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                  v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      [ GENERADOR DE CODIGO ]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              Fase 4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+-------------+-------------+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      v             v             v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    3 direcciones    JSON (CPM)     Plan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Si una fase encuentra errores, el proceso se detiene.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Fase 1 - Analisis Lexico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Convierte el texto en TOKENS (las 'palabras' del lenguaje).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Ejemplo:  duracion = 5;  produce: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KW_DURACION  -&gt;  'duracion'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ASIGNA       -&gt;  '='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NUMERO       -&gt;  '5'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PYC          -&gt;  ';'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Se ignoran espacios y comentarios.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Error lexico: un caracter que no pertenece al lenguaje (ej. '@', '#').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Fase 2 - Analisis Sintactico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Verifica que los tokens cumplan la GRAMATICA del lenguaje.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La gramatica esta definida en el archivo ProyLang.g4 (ANTLR).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Construye el arbol de sintaxis (estructura del programa).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Comprueba: llaves { }, punto y coma ;, estructura de tareas, etc.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Error sintactico: falta un ';', una llave '}', orden incorrecto...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Fase 3 - Analisis Semantico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Construye la TABLA DE SIMBOLOS (cada tarea con sus datos).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Verifica que el programa tenga SENTIDO. Validaciones: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Tareas duplicadas / atributos repetidos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'duracion' obligatoria y mayor que 0; 'costo' no negativo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'prioridad' debe ser alta / media / baja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Dependencias deben apuntar a tareas existentes (no a si misma)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Deteccion de DEPENDENCIAS CIRCULARES (DFS con coloreo)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Fase 4 - Generacion de Codigo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Traduccion dirigida por la sintaxis. Produce 3 salidas: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Codigo intermedio de TRES DIRECCIONES (de las expresiones)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ej: costo = 10*1000+500  -&gt;  t1 = 10*1000 ; t2 = t1+500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Cronograma en JSON con el metodo de la RUTA CRITICA (CPM)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inicio/fin temprano y tardio, holgura, duracion total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Plan legible con la ejecucion simulada dia por 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Manejo de errores en cada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El compilador reporta los errores con su FASE, LINEA y COLUMNA.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Tres tipos de error, cada uno con su ejemplo de prueba: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Lexico   -&gt; error_lexico.proy   (caracteres invalidos @ #)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Sintactico -&gt; error_sintactico.proy  (falta ; y })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Semantico -&gt; error_semantico.proy  (8 errores distintos)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Si una fase falla, NO se pasa a la siguiente (como un compilador real).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Resultado: cronograma y ruta critica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solidFill>
            <a:srgbClr val="F0F3F7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333333"/>
                </a:solidFill>
                <a:latin typeface="Consolas"/>
              </a:defRPr>
            </a:pPr>
            <a:r>
              <a:t> PLAN DEL PROYECTO: App Movil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Tareas: 5   |   Duracion total: 21 dias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TAREA        DUR   INI   FIN   HOLG  CRIT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-----------------------------------------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diseno         5     0     5     0   SI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backend       10     5    15     0   SI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frontend       8     5    13     2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pruebas        4    15    19     0   SI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despliegue     2    19    21     0   SI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 Ruta critica: diseno -&gt; backend -&gt; pruebas -&gt; despliegue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Tecnologias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ANTLR 4.13.2  -  generacion del lexer y el parser desde la gramatica .g4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Java 17  -  analisis semantico y generacion de codigo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Git + GitHub  -  control de versiones del proyecto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Repositorio: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github.com/CesarDanielOsorio/compilador-dsl-proylang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Se implemento un compilador funcional completo con las 4 fases.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El DSL resuelve un problema real: planificar proyectos y su ruta critica.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Cada fase maneja sus propios errores de forma clara.</a:t>
            </a:r>
          </a:p>
          <a:p>
            <a:pPr>
              <a:spcAft>
                <a:spcPts val="800"/>
              </a:spcAft>
              <a:defRPr sz="2000" b="1">
                <a:solidFill>
                  <a:srgbClr val="2E6DB4"/>
                </a:solidFill>
              </a:defRPr>
            </a:pPr>
            <a:r>
              <a:t>El diseno es escalable: agregar atributos sigue siempre el mismo patron.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Gracias</a:t>
            </a:r>
          </a:p>
          <a:p>
            <a:pPr algn="ctr">
              <a:defRPr sz="2200">
                <a:solidFill>
                  <a:srgbClr val="CFDCEC"/>
                </a:solidFill>
              </a:defRPr>
            </a:pPr>
            <a:r>
              <a:t>Cesar Daniel Osorio Polanco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